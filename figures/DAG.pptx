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89995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8"/>
    <p:restoredTop sz="96341"/>
  </p:normalViewPr>
  <p:slideViewPr>
    <p:cSldViewPr snapToGrid="0" snapToObjects="1">
      <p:cViewPr varScale="1">
        <p:scale>
          <a:sx n="127" d="100"/>
          <a:sy n="127" d="100"/>
        </p:scale>
        <p:origin x="16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122363"/>
            <a:ext cx="7649607" cy="2387600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3602038"/>
            <a:ext cx="6749654" cy="1655762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26988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0425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1709740"/>
            <a:ext cx="7762102" cy="2852737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4589465"/>
            <a:ext cx="7762102" cy="1500187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/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42109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1825625"/>
            <a:ext cx="382480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1825625"/>
            <a:ext cx="382480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6138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365127"/>
            <a:ext cx="776210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1681163"/>
            <a:ext cx="3807226" cy="823912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2505075"/>
            <a:ext cx="380722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1681163"/>
            <a:ext cx="3825976" cy="823912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2505075"/>
            <a:ext cx="382597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92632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07876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90417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57200"/>
            <a:ext cx="2902585" cy="160020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987427"/>
            <a:ext cx="4556016" cy="4873625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057400"/>
            <a:ext cx="2902585" cy="3811588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31311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457200"/>
            <a:ext cx="2902585" cy="1600200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987427"/>
            <a:ext cx="4556016" cy="4873625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057400"/>
            <a:ext cx="2902585" cy="3811588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824055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1328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365125"/>
            <a:ext cx="194052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365125"/>
            <a:ext cx="570908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8978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365127"/>
            <a:ext cx="77621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1825625"/>
            <a:ext cx="776210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6356352"/>
            <a:ext cx="20248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22693-EE7B-CC43-94C5-D48A2FA1C0D5}" type="datetimeFigureOut">
              <a:rPr lang="en-JP" smtClean="0"/>
              <a:t>2022/06/07</a:t>
            </a:fld>
            <a:endParaRPr lang="en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6356352"/>
            <a:ext cx="30373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6356352"/>
            <a:ext cx="20248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5ADF6-94DE-AC4B-B0AC-79B5B7D11D80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83191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6BDC65-75FA-20C8-1DCC-DD35715986BE}"/>
              </a:ext>
            </a:extLst>
          </p:cNvPr>
          <p:cNvCxnSpPr>
            <a:cxnSpLocks/>
          </p:cNvCxnSpPr>
          <p:nvPr/>
        </p:nvCxnSpPr>
        <p:spPr>
          <a:xfrm flipV="1">
            <a:off x="1564063" y="6009369"/>
            <a:ext cx="587141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E6C335-7181-19E0-51F3-75D878317778}"/>
              </a:ext>
            </a:extLst>
          </p:cNvPr>
          <p:cNvCxnSpPr>
            <a:cxnSpLocks/>
            <a:stCxn id="22" idx="7"/>
            <a:endCxn id="17" idx="2"/>
          </p:cNvCxnSpPr>
          <p:nvPr/>
        </p:nvCxnSpPr>
        <p:spPr>
          <a:xfrm flipV="1">
            <a:off x="1412645" y="3885431"/>
            <a:ext cx="2493160" cy="17039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D5B5E3-DB8B-E068-701D-C922994C214B}"/>
              </a:ext>
            </a:extLst>
          </p:cNvPr>
          <p:cNvCxnSpPr>
            <a:cxnSpLocks/>
            <a:stCxn id="17" idx="6"/>
            <a:endCxn id="23" idx="1"/>
          </p:cNvCxnSpPr>
          <p:nvPr/>
        </p:nvCxnSpPr>
        <p:spPr>
          <a:xfrm>
            <a:off x="5093732" y="3885431"/>
            <a:ext cx="2493161" cy="170394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45DDB35-DBA5-21AC-5856-F2393ED4773F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flipH="1">
            <a:off x="992650" y="941934"/>
            <a:ext cx="2913155" cy="44734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2892A27-D67F-0A4A-AB64-1F4B09A6B73E}"/>
              </a:ext>
            </a:extLst>
          </p:cNvPr>
          <p:cNvCxnSpPr>
            <a:cxnSpLocks/>
            <a:stCxn id="20" idx="4"/>
            <a:endCxn id="17" idx="0"/>
          </p:cNvCxnSpPr>
          <p:nvPr/>
        </p:nvCxnSpPr>
        <p:spPr>
          <a:xfrm>
            <a:off x="4499769" y="1535897"/>
            <a:ext cx="0" cy="17555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AB822DD-E7B2-43D9-E6DE-306EDF938C61}"/>
              </a:ext>
            </a:extLst>
          </p:cNvPr>
          <p:cNvCxnSpPr>
            <a:cxnSpLocks/>
            <a:stCxn id="20" idx="6"/>
            <a:endCxn id="23" idx="0"/>
          </p:cNvCxnSpPr>
          <p:nvPr/>
        </p:nvCxnSpPr>
        <p:spPr>
          <a:xfrm>
            <a:off x="5093732" y="941934"/>
            <a:ext cx="2913157" cy="447347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257B7B2-CCD9-4DCE-E617-A3F3FFDEC85D}"/>
              </a:ext>
            </a:extLst>
          </p:cNvPr>
          <p:cNvSpPr/>
          <p:nvPr/>
        </p:nvSpPr>
        <p:spPr>
          <a:xfrm>
            <a:off x="3905805" y="3291467"/>
            <a:ext cx="1187927" cy="118792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sz="3600" dirty="0"/>
              <a:t>M</a:t>
            </a:r>
            <a:endParaRPr lang="en-JP" sz="1100" baseline="-25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D41CCBF-12B5-12A2-5077-C7DE737C2374}"/>
              </a:ext>
            </a:extLst>
          </p:cNvPr>
          <p:cNvSpPr/>
          <p:nvPr/>
        </p:nvSpPr>
        <p:spPr>
          <a:xfrm>
            <a:off x="3905805" y="347970"/>
            <a:ext cx="1187927" cy="118792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sz="3600" dirty="0"/>
              <a:t>C</a:t>
            </a:r>
            <a:endParaRPr lang="en-JP" sz="1100" baseline="-25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86DCFD7-769D-F48F-BEFE-D6A1C85CF152}"/>
              </a:ext>
            </a:extLst>
          </p:cNvPr>
          <p:cNvSpPr/>
          <p:nvPr/>
        </p:nvSpPr>
        <p:spPr>
          <a:xfrm>
            <a:off x="398686" y="5415404"/>
            <a:ext cx="1187927" cy="118792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sz="3600" dirty="0"/>
              <a:t>A</a:t>
            </a:r>
            <a:endParaRPr lang="en-JP" sz="1100" baseline="-25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435441A-96B8-2DA6-15B3-6783AE171427}"/>
              </a:ext>
            </a:extLst>
          </p:cNvPr>
          <p:cNvSpPr/>
          <p:nvPr/>
        </p:nvSpPr>
        <p:spPr>
          <a:xfrm>
            <a:off x="7412925" y="5415404"/>
            <a:ext cx="1187927" cy="118792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JP" sz="3600" dirty="0"/>
              <a:t>Y</a:t>
            </a:r>
            <a:endParaRPr lang="en-JP" sz="1100" baseline="-25000" dirty="0"/>
          </a:p>
        </p:txBody>
      </p:sp>
    </p:spTree>
    <p:extLst>
      <p:ext uri="{BB962C8B-B14F-4D97-AF65-F5344CB8AC3E}">
        <p14:creationId xmlns:p14="http://schemas.microsoft.com/office/powerpoint/2010/main" val="2416459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Goto Ryunosuke</dc:creator>
  <cp:lastModifiedBy>Goto Ryunosuke</cp:lastModifiedBy>
  <cp:revision>18</cp:revision>
  <dcterms:created xsi:type="dcterms:W3CDTF">2022-04-16T04:33:27Z</dcterms:created>
  <dcterms:modified xsi:type="dcterms:W3CDTF">2022-06-07T03:44:49Z</dcterms:modified>
</cp:coreProperties>
</file>